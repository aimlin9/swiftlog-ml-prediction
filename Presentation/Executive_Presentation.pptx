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Classification test AUC (0.5 = chance)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Delivery delay</c:v>
                  </c:pt>
                  <c:pt idx="1">
                    <c:v>Product return</c:v>
                  </c:pt>
                  <c:pt idx="2">
                    <c:v>Coin flip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0.5198283288210681</c:v>
                </c:pt>
                <c:pt idx="1">
                  <c:v>0.4907175008815781</c:v>
                </c:pt>
                <c:pt idx="2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Delay model, 5-fold CV ROC-AUC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0.5107</c:v>
                </c:pt>
                <c:pt idx="1">
                  <c:v>0.5057</c:v>
                </c:pt>
                <c:pt idx="2">
                  <c:v>0.5084</c:v>
                </c:pt>
                <c:pt idx="3">
                  <c:v>0.5034</c:v>
                </c:pt>
                <c:pt idx="4">
                  <c:v>0.5174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6"/>
          <c:min val="0.45"/>
        </c:scaling>
        <c:delete val="0"/>
        <c:axPos val="b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SwiftLog is a fictional client with synthetic data. The headline: the honest answer is not with today's data, and here is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 AUC 0.520 (95% CI 0.48 to 0.56); return AUC 0.491 (0.42 to 0.56). Both intervals include 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of twelve is in Reports/Technical_Report.pdf section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machine learning predict delivery delays, returns, demand and customer value?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Executive Presentation  |  Machine Learning Track (ML05)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Gyimah Ramsey Opoku, Junior Machine Learning Engineer, AnalystLab Africa Consulting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wants to move from reporting what happened to acting before it happens.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2763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9105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shipments arrive 3+ days late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62763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59105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of orders come back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27355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369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1.0M units in stock, far above demand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327355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2369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will matter next?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01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audited, cleaned and joined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39696" y="128016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F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9424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514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Basket, calendar, history, warehouse load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22192" y="128016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01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514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problems, 5 algorithms each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04688" y="128016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F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14416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and test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514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searches, baselines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87184" y="128016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01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691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96912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deploy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514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Permutation, SHAP, Streamlit app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and return are classification; demand and customer value are regression. Supplier reliability could not be built: no table links suppliers to anything.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problems caught early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5331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1673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copy of the target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Delivery_Performance repeats the shipment delay days in every row, and its Status is just "3 or more days". A model given it would score about 100% for no real reason, so it only defines the target.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35331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1673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supplier link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table other than Suppliers holds a SupplierID. Supplier reliability would need an invented link, so it was excluded and the data fix is recommended instead.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on unseen data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14300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40680" y="12527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-0.06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40680" y="198424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(0 = predicting the average)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0" y="269748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2807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-0.003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35387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(0 = predicting the average)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the data carries no usable signal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22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29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significant at 5% (about 1 expected by chance)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984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29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 of any feature with a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984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029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with shuffled labels, same as the real model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checks agree. Tuning confirmed it: the optimiser pushed models toward heavy regularisation, which is what happens when there is nothing to learn. Demand in one month does not predict the next (correlation 0.02).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algorithms, one result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2801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algorithms land between 0.50 and 0.52.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choice by the one-standard-error rule: the simplest model statistically tied with the best.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predictions?</a:t>
            </a:r>
            <a:endParaRPr lang="en-US" sz="3000" dirty="0"/>
          </a:p>
        </p:txBody>
      </p:sp>
      <p:pic>
        <p:nvPicPr>
          <p:cNvPr id="3" name="Image 0" descr="/mnt/user-data/outputs/Week5_MachineLearning_SwiftLog_Ramsey/Reports/Figures/10_feature_importance_d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2095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on unseen data is near zero. SHAP describes what the model fitted, not what causes delays.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delay predictor app</a:t>
            </a:r>
            <a:endParaRPr lang="en-US" sz="3000" dirty="0"/>
          </a:p>
        </p:txBody>
      </p:sp>
      <p:pic>
        <p:nvPicPr>
          <p:cNvPr id="3" name="Image 0" descr="/mnt/user-data/outputs/Week5_MachineLearning_SwiftLog_Ramsey/App/assets/app_resul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606040" cy="3721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383280" y="118872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on the saved model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order details, builds the exact training features, returns a delay probability and a confidence rating.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its own test AUC and warns that scores are for demonstration only.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streamlit run app.py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52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842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3+ days late, no warehouse stands 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52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mo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842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months of demand covered by stock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52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842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returns are wrong item or damaged goods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52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to 38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per employee across warehouses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852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the top 10% of customers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52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no line items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6187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252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off on operational use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model beats chance. Set a release bar first.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26187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2252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delay process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64% failure rate points to a systemic cause.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26187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2252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better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Timestamps, carrier, route, stock movements.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9626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suppliers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SupplierID to unlock reliability modelling.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0712" y="299923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1071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29626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returns at the source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picking and packing quality.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999232"/>
            <a:ext cx="457200" cy="457200"/>
          </a:xfrm>
          <a:prstGeom prst="ellipse">
            <a:avLst/>
          </a:prstGeom>
          <a:solidFill>
            <a:srgbClr val="101833"/>
          </a:solidFill>
          <a:ln w="12700">
            <a:solidFill>
              <a:srgbClr val="1018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29626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inventory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data, then release excess stock.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recommendations in the full technical report.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AI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0" cy="3108960"/>
          </a:xfrm>
          <a:prstGeom prst="line">
            <a:avLst/>
          </a:prstGeom>
          <a:noFill/>
          <a:ln w="25400">
            <a:solidFill>
              <a:srgbClr val="C3C9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234440"/>
            <a:ext cx="274320" cy="2743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1430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review of delays and returns; start capturing missing fields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2057400"/>
            <a:ext cx="274320" cy="2743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 to 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965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 alternative dispatch rule on a random share of orders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2880360"/>
            <a:ext cx="274320" cy="2743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 to 12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788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notebook on richer data; deploy only a model that beats baseline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3703320"/>
            <a:ext cx="274320" cy="2743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611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optimisation, return-reason text classification, a retrieval assistant for managers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ML05  |  Gyimah Ramsey Opoku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is complete and re-runnable.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finding is that today's data cannot predict delays, returns, demand or customer value.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knowing that now, and knowing exactly what to collect next.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Gyimah Ramsey Opoku  |  AnalystLab Africa Experience Lab  |  #AnalystLabAfrica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ftLog">
  <a:themeElements>
    <a:clrScheme name="SwiftLog">
      <a:dk1>
        <a:srgbClr val="1B1F2A"/>
      </a:dk1>
      <a:lt1>
        <a:srgbClr val="FFFFFF"/>
      </a:lt1>
      <a:dk2>
        <a:srgbClr val="101833"/>
      </a:dk2>
      <a:lt2>
        <a:srgbClr val="EEF2F5"/>
      </a:lt2>
      <a:accent1>
        <a:srgbClr val="1F7A8C"/>
      </a:accent1>
      <a:accent2>
        <a:srgbClr val="101833"/>
      </a:accent2>
      <a:accent3>
        <a:srgbClr val="C9A227"/>
      </a:accent3>
      <a:accent4>
        <a:srgbClr val="B5483A"/>
      </a:accent4>
      <a:accent5>
        <a:srgbClr val="5B6270"/>
      </a:accent5>
      <a:accent6>
        <a:srgbClr val="9AA3B2"/>
      </a:accent6>
      <a:hlink>
        <a:srgbClr val="1F7A8C"/>
      </a:hlink>
      <a:folHlink>
        <a:srgbClr val="5B6270"/>
      </a:folHlink>
    </a:clrScheme>
    <a:fontScheme name="SwiftLo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ML05 Executive Presentation</dc:title>
  <dc:subject>PptxGenJS Presentation</dc:subject>
  <dc:creator>Gyimah Ramsey Opoku</dc:creator>
  <cp:lastModifiedBy>Gyimah Ramsey Opoku</cp:lastModifiedBy>
  <cp:revision>1</cp:revision>
  <dcterms:created xsi:type="dcterms:W3CDTF">2026-10-19T09:21:05Z</dcterms:created>
  <dcterms:modified xsi:type="dcterms:W3CDTF">2026-10-19T09:21:05Z</dcterms:modified>
</cp:coreProperties>
</file>